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0" r:id="rId1"/>
  </p:sldMasterIdLst>
  <p:notesMasterIdLst>
    <p:notesMasterId r:id="rId8"/>
  </p:notesMasterIdLst>
  <p:sldIdLst>
    <p:sldId id="256" r:id="rId2"/>
    <p:sldId id="259" r:id="rId3"/>
    <p:sldId id="260" r:id="rId4"/>
    <p:sldId id="262" r:id="rId5"/>
    <p:sldId id="263" r:id="rId6"/>
    <p:sldId id="265"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66AFC-B2CC-9B41-BAE2-52DC08BD6D07}" type="datetimeFigureOut">
              <a:rPr lang="ru-RU"/>
              <a:t>06.04.2022</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7D5971-5176-C446-81DB-E4347FEB3431}" type="slidenum">
              <a:rPr lang="ru-RU"/>
              <a:t>‹#›</a:t>
            </a:fld>
            <a:endParaRPr lang="ru-RU"/>
          </a:p>
        </p:txBody>
      </p:sp>
    </p:spTree>
    <p:extLst>
      <p:ext uri="{BB962C8B-B14F-4D97-AF65-F5344CB8AC3E}">
        <p14:creationId xmlns:p14="http://schemas.microsoft.com/office/powerpoint/2010/main" val="529434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Как писать </a:t>
            </a:r>
          </a:p>
        </p:txBody>
      </p:sp>
      <p:sp>
        <p:nvSpPr>
          <p:cNvPr id="4" name="Номер слайда 3"/>
          <p:cNvSpPr>
            <a:spLocks noGrp="1"/>
          </p:cNvSpPr>
          <p:nvPr>
            <p:ph type="sldNum" sz="quarter" idx="5"/>
          </p:nvPr>
        </p:nvSpPr>
        <p:spPr/>
        <p:txBody>
          <a:bodyPr/>
          <a:lstStyle/>
          <a:p>
            <a:fld id="{557D5971-5176-C446-81DB-E4347FEB3431}" type="slidenum">
              <a:rPr lang="ru-RU"/>
              <a:t>1</a:t>
            </a:fld>
            <a:endParaRPr lang="ru-RU"/>
          </a:p>
        </p:txBody>
      </p:sp>
    </p:spTree>
    <p:extLst>
      <p:ext uri="{BB962C8B-B14F-4D97-AF65-F5344CB8AC3E}">
        <p14:creationId xmlns:p14="http://schemas.microsoft.com/office/powerpoint/2010/main" val="153918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ru-RU"/>
              <a:t>Образец заголовка</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F7AFFB9B-9FB8-469E-96F9-4D32314110B6}"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5465135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590082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F7F47CF-67C9-420C-80A5-E2069FF0C2DF}"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6207745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636332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800768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7" name="Date Placeholder 2"/>
          <p:cNvSpPr>
            <a:spLocks noGrp="1"/>
          </p:cNvSpPr>
          <p:nvPr>
            <p:ph type="dt" sz="half" idx="10"/>
          </p:nvPr>
        </p:nvSpPr>
        <p:spPr/>
        <p:txBody>
          <a:bodyPr/>
          <a:lstStyle/>
          <a:p>
            <a:fld id="{097649AC-CB8F-4FF1-9A34-5861C74DD0A7}" type="datetimeFigureOut">
              <a:rPr lang="en-US" smtClean="0"/>
              <a:t>4/6/2022</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4709900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EC5CECA-2D3A-4680-9B49-752200DE467C}" type="datetimeFigureOut">
              <a:rPr lang="en-US" smtClean="0"/>
              <a:t>4/6/2022</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9557544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7" name="Date Placeholder 4"/>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6847404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12EF78E3-FDA3-4D28-AAA2-0B81F349A39D}" type="datetimeFigureOut">
              <a:rPr lang="en-US" smtClean="0"/>
              <a:t>4/6/2022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9710667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6444493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ru-RU"/>
              <a:t>Образец заголовка</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2033193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ru-RU"/>
              <a:t>Образец заголовка</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ru-RU"/>
              <a:t>Образец текста</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945141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574836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a:t>Образец заголовка</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579755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ru-RU"/>
              <a:t>Образец заголовка</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081183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nchorCtr="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2444886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ru-RU"/>
              <a:t>Образец заголовка</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35BB1C6-BF8F-4481-8AB2-603A1C8A906A}" type="datetimeFigureOut">
              <a:rPr lang="en-US" smtClean="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8073822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4/6/2022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9802997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ru-RU"/>
              <a:t>Образец заголовка</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35BB1C6-BF8F-4481-8AB2-603A1C8A906A}" type="datetimeFigureOut">
              <a:rPr lang="en-US" smtClean="0"/>
              <a:t>4/6/2022</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41857946"/>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4B88F9-41A6-7E4A-8BBE-509BA36750BC}"/>
              </a:ext>
            </a:extLst>
          </p:cNvPr>
          <p:cNvSpPr>
            <a:spLocks noGrp="1"/>
          </p:cNvSpPr>
          <p:nvPr>
            <p:ph type="ctrTitle"/>
          </p:nvPr>
        </p:nvSpPr>
        <p:spPr>
          <a:xfrm>
            <a:off x="832627" y="930203"/>
            <a:ext cx="9755187" cy="2766528"/>
          </a:xfrm>
        </p:spPr>
        <p:txBody>
          <a:bodyPr>
            <a:normAutofit fontScale="90000"/>
          </a:bodyPr>
          <a:lstStyle/>
          <a:p>
            <a:r>
              <a:rPr lang="ru-RU" dirty="0"/>
              <a:t>Поездка Екатерины</a:t>
            </a:r>
            <a:r>
              <a:rPr lang="en-US" dirty="0"/>
              <a:t> II</a:t>
            </a:r>
            <a:r>
              <a:rPr lang="ru-RU" dirty="0"/>
              <a:t> по Новороссии и Тавриде</a:t>
            </a:r>
          </a:p>
        </p:txBody>
      </p:sp>
    </p:spTree>
    <p:extLst>
      <p:ext uri="{BB962C8B-B14F-4D97-AF65-F5344CB8AC3E}">
        <p14:creationId xmlns:p14="http://schemas.microsoft.com/office/powerpoint/2010/main" val="3579601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C82367-B57C-894F-9E29-9E86CADA185F}"/>
              </a:ext>
            </a:extLst>
          </p:cNvPr>
          <p:cNvSpPr>
            <a:spLocks noGrp="1"/>
          </p:cNvSpPr>
          <p:nvPr>
            <p:ph type="title"/>
          </p:nvPr>
        </p:nvSpPr>
        <p:spPr/>
        <p:txBody>
          <a:bodyPr>
            <a:normAutofit/>
          </a:bodyPr>
          <a:lstStyle/>
          <a:p>
            <a:r>
              <a:rPr lang="ru-RU" dirty="0"/>
              <a:t>Цель</a:t>
            </a:r>
          </a:p>
        </p:txBody>
      </p:sp>
      <p:sp>
        <p:nvSpPr>
          <p:cNvPr id="3" name="Объект 2">
            <a:extLst>
              <a:ext uri="{FF2B5EF4-FFF2-40B4-BE49-F238E27FC236}">
                <a16:creationId xmlns:a16="http://schemas.microsoft.com/office/drawing/2014/main" id="{35F291CD-6377-714B-A085-997718E11DB9}"/>
              </a:ext>
            </a:extLst>
          </p:cNvPr>
          <p:cNvSpPr>
            <a:spLocks noGrp="1"/>
          </p:cNvSpPr>
          <p:nvPr>
            <p:ph sz="quarter" idx="13"/>
          </p:nvPr>
        </p:nvSpPr>
        <p:spPr/>
        <p:txBody>
          <a:bodyPr/>
          <a:lstStyle/>
          <a:p>
            <a:pPr marL="0" indent="0">
              <a:buNone/>
            </a:pPr>
            <a:r>
              <a:rPr lang="ru-RU" dirty="0"/>
              <a:t>Целью поездки Екатерины 2 был осмотр территорий, присоединённых недавно. Она хотела как на них обустроен новый порядок.</a:t>
            </a:r>
          </a:p>
        </p:txBody>
      </p:sp>
    </p:spTree>
    <p:extLst>
      <p:ext uri="{BB962C8B-B14F-4D97-AF65-F5344CB8AC3E}">
        <p14:creationId xmlns:p14="http://schemas.microsoft.com/office/powerpoint/2010/main" val="86418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7D411A-8E44-E14B-BCFD-C7E09D1CA912}"/>
              </a:ext>
            </a:extLst>
          </p:cNvPr>
          <p:cNvSpPr>
            <a:spLocks noGrp="1"/>
          </p:cNvSpPr>
          <p:nvPr>
            <p:ph type="title"/>
          </p:nvPr>
        </p:nvSpPr>
        <p:spPr/>
        <p:txBody>
          <a:bodyPr/>
          <a:lstStyle/>
          <a:p>
            <a:r>
              <a:rPr lang="ru-RU" dirty="0"/>
              <a:t>Маршрут поездки</a:t>
            </a:r>
          </a:p>
        </p:txBody>
      </p:sp>
      <p:sp>
        <p:nvSpPr>
          <p:cNvPr id="3" name="Объект 2">
            <a:extLst>
              <a:ext uri="{FF2B5EF4-FFF2-40B4-BE49-F238E27FC236}">
                <a16:creationId xmlns:a16="http://schemas.microsoft.com/office/drawing/2014/main" id="{F15F8B60-17BB-EE4C-A512-69EBD308F295}"/>
              </a:ext>
            </a:extLst>
          </p:cNvPr>
          <p:cNvSpPr>
            <a:spLocks noGrp="1"/>
          </p:cNvSpPr>
          <p:nvPr>
            <p:ph sz="quarter" idx="13"/>
          </p:nvPr>
        </p:nvSpPr>
        <p:spPr/>
        <p:txBody>
          <a:bodyPr>
            <a:normAutofit/>
          </a:bodyPr>
          <a:lstStyle/>
          <a:p>
            <a:pPr marL="0" indent="0">
              <a:buNone/>
            </a:pPr>
            <a:r>
              <a:rPr lang="ru-RU" dirty="0"/>
              <a:t>Изначальный маршрут поездки был такой</a:t>
            </a:r>
            <a:r>
              <a:rPr lang="ru-RU" b="1" i="1" dirty="0"/>
              <a:t>: Луга — Великие Луки — Смоленск — Новгород-Северский — Чернигов — Киев — Екатеринослав — Херсон — Перекоп — Бахчисарай — Севастополь — Ак-Мечеть — </a:t>
            </a:r>
            <a:r>
              <a:rPr lang="ru-RU" b="1" i="1" dirty="0" err="1"/>
              <a:t>Карасубазар</a:t>
            </a:r>
            <a:r>
              <a:rPr lang="ru-RU" b="1" i="1" dirty="0"/>
              <a:t> — Судак — Старый Крым — Феодосия — </a:t>
            </a:r>
            <a:r>
              <a:rPr lang="ru-RU" b="1" i="1" dirty="0" err="1"/>
              <a:t>Геничи</a:t>
            </a:r>
            <a:r>
              <a:rPr lang="ru-RU" b="1" i="1" dirty="0"/>
              <a:t> — Мариуполь — Таганрог — Нахичевань-на-Дону — </a:t>
            </a:r>
            <a:r>
              <a:rPr lang="ru-RU" b="1" i="1" dirty="0" err="1"/>
              <a:t>Черкасск</a:t>
            </a:r>
            <a:r>
              <a:rPr lang="ru-RU" b="1" i="1" dirty="0"/>
              <a:t> — Азов — Бахмут — Белгород — Обоянь — Курск — Орел — Мценск — Тула — Серпухов — Москва — Клин — Торжок — Вышний Волочек — Новгород — Санкт-Петербург, </a:t>
            </a:r>
            <a:r>
              <a:rPr lang="ru-RU" dirty="0"/>
              <a:t> но по итогу маршрут сократили до этого: </a:t>
            </a:r>
            <a:r>
              <a:rPr lang="ru-RU" b="1" i="1" dirty="0"/>
              <a:t>Санкт-Петербург — Смоленск — Киев — Херсон — Севастополь — Феодосия — Белгород — Москва — Санкт-Петербург</a:t>
            </a:r>
          </a:p>
        </p:txBody>
      </p:sp>
    </p:spTree>
    <p:extLst>
      <p:ext uri="{BB962C8B-B14F-4D97-AF65-F5344CB8AC3E}">
        <p14:creationId xmlns:p14="http://schemas.microsoft.com/office/powerpoint/2010/main" val="953629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3AA996-1D47-F34C-8DAD-EEF631BF3962}"/>
              </a:ext>
            </a:extLst>
          </p:cNvPr>
          <p:cNvSpPr>
            <a:spLocks noGrp="1"/>
          </p:cNvSpPr>
          <p:nvPr>
            <p:ph type="title"/>
          </p:nvPr>
        </p:nvSpPr>
        <p:spPr/>
        <p:txBody>
          <a:bodyPr>
            <a:normAutofit/>
          </a:bodyPr>
          <a:lstStyle/>
          <a:p>
            <a:r>
              <a:rPr lang="ru-RU" dirty="0"/>
              <a:t>Маршрут</a:t>
            </a:r>
          </a:p>
        </p:txBody>
      </p:sp>
      <p:sp>
        <p:nvSpPr>
          <p:cNvPr id="3" name="Объект 2">
            <a:extLst>
              <a:ext uri="{FF2B5EF4-FFF2-40B4-BE49-F238E27FC236}">
                <a16:creationId xmlns:a16="http://schemas.microsoft.com/office/drawing/2014/main" id="{7514B5C3-7082-1C45-AF8B-4C52D3E476B5}"/>
              </a:ext>
            </a:extLst>
          </p:cNvPr>
          <p:cNvSpPr>
            <a:spLocks noGrp="1"/>
          </p:cNvSpPr>
          <p:nvPr>
            <p:ph sz="quarter" idx="13"/>
          </p:nvPr>
        </p:nvSpPr>
        <p:spPr/>
        <p:txBody>
          <a:bodyPr/>
          <a:lstStyle/>
          <a:p>
            <a:pPr marL="0" indent="0">
              <a:buNone/>
            </a:pPr>
            <a:r>
              <a:rPr lang="ru-RU" dirty="0"/>
              <a:t>В местах проезда Екатерины второй строились укрепления, чтобы защитить её от внезапных нападений, сама поездка заняла полгода.</a:t>
            </a:r>
          </a:p>
        </p:txBody>
      </p:sp>
    </p:spTree>
    <p:extLst>
      <p:ext uri="{BB962C8B-B14F-4D97-AF65-F5344CB8AC3E}">
        <p14:creationId xmlns:p14="http://schemas.microsoft.com/office/powerpoint/2010/main" val="28466360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4A5BAC-F9F6-A14A-BF6B-42F60A63A7D7}"/>
              </a:ext>
            </a:extLst>
          </p:cNvPr>
          <p:cNvSpPr>
            <a:spLocks noGrp="1"/>
          </p:cNvSpPr>
          <p:nvPr>
            <p:ph type="title"/>
          </p:nvPr>
        </p:nvSpPr>
        <p:spPr/>
        <p:txBody>
          <a:bodyPr/>
          <a:lstStyle/>
          <a:p>
            <a:r>
              <a:rPr lang="ru-RU" dirty="0"/>
              <a:t>Маршрут</a:t>
            </a:r>
          </a:p>
        </p:txBody>
      </p:sp>
      <p:sp>
        <p:nvSpPr>
          <p:cNvPr id="3" name="Объект 2">
            <a:extLst>
              <a:ext uri="{FF2B5EF4-FFF2-40B4-BE49-F238E27FC236}">
                <a16:creationId xmlns:a16="http://schemas.microsoft.com/office/drawing/2014/main" id="{A4CDED4B-D6E4-FA4D-B556-F67A988CD009}"/>
              </a:ext>
            </a:extLst>
          </p:cNvPr>
          <p:cNvSpPr>
            <a:spLocks noGrp="1"/>
          </p:cNvSpPr>
          <p:nvPr>
            <p:ph sz="quarter" idx="13"/>
          </p:nvPr>
        </p:nvSpPr>
        <p:spPr/>
        <p:txBody>
          <a:bodyPr/>
          <a:lstStyle/>
          <a:p>
            <a:pPr marL="0" indent="0">
              <a:buNone/>
            </a:pPr>
            <a:r>
              <a:rPr lang="ru-RU" dirty="0"/>
              <a:t>Маршрут был длиной в 5657 верст, что в переводе на </a:t>
            </a:r>
            <a:r>
              <a:rPr lang="ru-RU" dirty="0" err="1"/>
              <a:t>киллометры</a:t>
            </a:r>
            <a:r>
              <a:rPr lang="ru-RU" dirty="0"/>
              <a:t> - 6035 километров . Свита Екатерины 2 насчитывала около трех тысяч человек и ехала на 14 каретах, 124 санях с кибитками, а вот сама Екатерина II ехала в карете на 12 персон, запряжённой 40 лошадьми, </a:t>
            </a:r>
          </a:p>
        </p:txBody>
      </p:sp>
    </p:spTree>
    <p:extLst>
      <p:ext uri="{BB962C8B-B14F-4D97-AF65-F5344CB8AC3E}">
        <p14:creationId xmlns:p14="http://schemas.microsoft.com/office/powerpoint/2010/main" val="881346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728860-399A-464E-9A1C-F6741BF3B9D8}"/>
              </a:ext>
            </a:extLst>
          </p:cNvPr>
          <p:cNvSpPr>
            <a:spLocks noGrp="1"/>
          </p:cNvSpPr>
          <p:nvPr>
            <p:ph type="title"/>
          </p:nvPr>
        </p:nvSpPr>
        <p:spPr/>
        <p:txBody>
          <a:bodyPr>
            <a:normAutofit fontScale="90000"/>
          </a:bodyPr>
          <a:lstStyle/>
          <a:p>
            <a:r>
              <a:rPr lang="ru-RU" dirty="0"/>
              <a:t>Конец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конецКонец</a:t>
            </a:r>
            <a:r>
              <a:rPr lang="ru-RU" dirty="0"/>
              <a:t> конец </a:t>
            </a:r>
            <a:r>
              <a:rPr lang="ru-RU" dirty="0" err="1"/>
              <a:t>конецКонец</a:t>
            </a:r>
            <a:r>
              <a:rPr lang="ru-RU" dirty="0"/>
              <a:t> конец </a:t>
            </a:r>
            <a:r>
              <a:rPr lang="ru-RU" dirty="0" err="1"/>
              <a:t>конец</a:t>
            </a:r>
            <a:r>
              <a:rPr lang="ru-RU" dirty="0"/>
              <a:t> </a:t>
            </a:r>
            <a:r>
              <a:rPr lang="ru-RU" dirty="0" err="1"/>
              <a:t>Конец</a:t>
            </a:r>
            <a:r>
              <a:rPr lang="ru-RU" dirty="0"/>
              <a:t> </a:t>
            </a:r>
            <a:r>
              <a:rPr lang="ru-RU" dirty="0" err="1"/>
              <a:t>конец</a:t>
            </a:r>
            <a:r>
              <a:rPr lang="ru-RU" dirty="0"/>
              <a:t>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конецКонец</a:t>
            </a:r>
            <a:r>
              <a:rPr lang="ru-RU" dirty="0"/>
              <a:t> конец </a:t>
            </a:r>
            <a:r>
              <a:rPr lang="ru-RU" dirty="0" err="1"/>
              <a:t>конец</a:t>
            </a:r>
            <a:endParaRPr lang="ru-RU" dirty="0"/>
          </a:p>
        </p:txBody>
      </p:sp>
      <p:sp>
        <p:nvSpPr>
          <p:cNvPr id="3" name="Объект 2">
            <a:extLst>
              <a:ext uri="{FF2B5EF4-FFF2-40B4-BE49-F238E27FC236}">
                <a16:creationId xmlns:a16="http://schemas.microsoft.com/office/drawing/2014/main" id="{B9BBD489-0C6E-9D43-8937-F2776E59E234}"/>
              </a:ext>
            </a:extLst>
          </p:cNvPr>
          <p:cNvSpPr>
            <a:spLocks noGrp="1"/>
          </p:cNvSpPr>
          <p:nvPr>
            <p:ph sz="quarter" idx="13"/>
          </p:nvPr>
        </p:nvSpPr>
        <p:spPr/>
        <p:txBody>
          <a:bodyPr>
            <a:normAutofit fontScale="25000" lnSpcReduction="20000"/>
          </a:bodyPr>
          <a:lstStyle/>
          <a:p>
            <a:pPr marL="0" indent="0">
              <a:buNone/>
            </a:pPr>
            <a:r>
              <a:rPr lang="ru-RU" dirty="0"/>
              <a:t>Это конец презентации. 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r>
              <a:rPr lang="ru-RU" dirty="0"/>
              <a:t>Это конец презентации. </a:t>
            </a:r>
          </a:p>
          <a:p>
            <a:pPr marL="0" indent="0">
              <a:buNone/>
            </a:pPr>
            <a:endParaRPr lang="ru-RU" dirty="0"/>
          </a:p>
        </p:txBody>
      </p:sp>
    </p:spTree>
    <p:extLst>
      <p:ext uri="{BB962C8B-B14F-4D97-AF65-F5344CB8AC3E}">
        <p14:creationId xmlns:p14="http://schemas.microsoft.com/office/powerpoint/2010/main" val="107728708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Ион">
  <a:themeElements>
    <a:clrScheme name="Ио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Ион">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Ио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TotalTime>
  <Words>356</Words>
  <Application>Microsoft Office PowerPoint</Application>
  <PresentationFormat>Широкоэкранный</PresentationFormat>
  <Paragraphs>39</Paragraphs>
  <Slides>6</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vt:i4>
      </vt:variant>
    </vt:vector>
  </HeadingPairs>
  <TitlesOfParts>
    <vt:vector size="11" baseType="lpstr">
      <vt:lpstr>Arial</vt:lpstr>
      <vt:lpstr>Calibri</vt:lpstr>
      <vt:lpstr>Century Gothic</vt:lpstr>
      <vt:lpstr>Wingdings 3</vt:lpstr>
      <vt:lpstr>Ион</vt:lpstr>
      <vt:lpstr>Поездка Екатерины II по Новороссии и Тавриде</vt:lpstr>
      <vt:lpstr>Цель</vt:lpstr>
      <vt:lpstr>Маршрут поездки</vt:lpstr>
      <vt:lpstr>Маршрут</vt:lpstr>
      <vt:lpstr>Маршрут</vt:lpstr>
      <vt:lpstr>Конец конец конец Конец конец конец Конец конец конецКонец конец конецКонец конец конец Конец конец конецКонец конец конецКонец конец конецКонец конец конецКонец конец конецКонец конец конецКонец конец конецКонец конец конецКонец конец конец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Поездка екатерины второй по новоросии и крыму😎 </dc:title>
  <dc:creator>Неизвестный пользователь</dc:creator>
  <cp:lastModifiedBy>Visvaldis</cp:lastModifiedBy>
  <cp:revision>9</cp:revision>
  <dcterms:created xsi:type="dcterms:W3CDTF">2022-04-06T15:33:14Z</dcterms:created>
  <dcterms:modified xsi:type="dcterms:W3CDTF">2022-04-06T19:08:26Z</dcterms:modified>
</cp:coreProperties>
</file>