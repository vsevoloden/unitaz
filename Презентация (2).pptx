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66AFC-B2CC-9B41-BAE2-52DC08BD6D07}" type="datetimeFigureOut">
              <a:rPr lang="ru-RU"/>
              <a:t>06.04.2022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D5971-5176-C446-81DB-E4347FEB3431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43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писать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D5971-5176-C446-81DB-E4347FEB3431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184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3.jp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4/6/2022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B88F9-41A6-7E4A-8BBE-509BA3675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65711" y="409094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ru-RU"/>
              <a:t>Поездка екатерины второй по новоросии и крыму😎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7E0B29-B470-E344-829D-C8B368DB5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Эту презентацию сделал на телефоне, так что не бейте😓</a:t>
            </a: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F5004A5D-98E8-4A47-8E17-AFBDCAE06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15607">
            <a:off x="-89515" y="4537378"/>
            <a:ext cx="12448602" cy="23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6013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5EEB7-FF14-584D-83D2-5AB505FD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Кто такая Екатерина вторая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81491F-225C-9D43-8ACA-F6AF6A0E920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/>
              <a:t>Это императрица российской империи , она правила после петра третьего</a:t>
            </a: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75B13924-DE75-354B-87FC-39AD8508D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124" y="3858164"/>
            <a:ext cx="4064000" cy="3032842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FCE4EEB2-FE30-894E-8FF8-430B7647BBB8}"/>
              </a:ext>
            </a:extLst>
          </p:cNvPr>
          <p:cNvCxnSpPr>
            <a:cxnSpLocks/>
          </p:cNvCxnSpPr>
          <p:nvPr/>
        </p:nvCxnSpPr>
        <p:spPr>
          <a:xfrm flipH="1">
            <a:off x="4464088" y="4732919"/>
            <a:ext cx="978769" cy="127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A953F-5770-934C-B607-71C12FA12D9C}"/>
              </a:ext>
            </a:extLst>
          </p:cNvPr>
          <p:cNvSpPr txBox="1"/>
          <p:nvPr/>
        </p:nvSpPr>
        <p:spPr>
          <a:xfrm rot="10962584" flipV="1">
            <a:off x="5415788" y="4761791"/>
            <a:ext cx="5659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/>
              <a:t>Это ее единственное сохранившееся фото в цвете</a:t>
            </a:r>
          </a:p>
        </p:txBody>
      </p:sp>
    </p:spTree>
    <p:extLst>
      <p:ext uri="{BB962C8B-B14F-4D97-AF65-F5344CB8AC3E}">
        <p14:creationId xmlns:p14="http://schemas.microsoft.com/office/powerpoint/2010/main" val="336379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82367-B57C-894F-9E29-9E86CADA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Зачем же она туда поехала???? 🧐🧐🧐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F291CD-6377-714B-A085-997718E11D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/>
              <a:t>Так то чтобы посмотреть че как там недавно присоединеннная новороссия, но мне кажется что там было весело и нас все обманывают </a:t>
            </a:r>
          </a:p>
        </p:txBody>
      </p:sp>
    </p:spTree>
    <p:extLst>
      <p:ext uri="{BB962C8B-B14F-4D97-AF65-F5344CB8AC3E}">
        <p14:creationId xmlns:p14="http://schemas.microsoft.com/office/powerpoint/2010/main" val="86418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D411A-8E44-E14B-BCFD-C7E09D1C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 че как было?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5F8B60-17BB-EE4C-A512-69EBD308F29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/>
              <a:t>Как и любая поездка отдохнуть, эта началась с планирования Изначальный маршрут был такой</a:t>
            </a:r>
            <a:r>
              <a:rPr lang="ru-RU" b="1" i="1"/>
              <a:t>: Луга — Великие Луки — Смоленск — Новгород-Северский — Чернигов — Киев — Екатеринослав — Херсон — Перекоп — Бахчисарай — Севастополь — Ак-Мечеть — Карасубазар — Судак — Старый Крым — Феодосия — Геничи — Мариуполь — Таганрог — Нахичевань-на-Дону — Черкасск — Азов — Бахмут — Белгород — Обоянь — Курск — Орел — Мценск — Тула — Серпухов — Москва — Клин — Торжок — Вышний Волочек — Новгород — Санкт-Петербург, </a:t>
            </a:r>
            <a:r>
              <a:rPr lang="ru-RU"/>
              <a:t> но чето пошло не по плану и по итогу Маршрут укоротился в несколько раз: </a:t>
            </a:r>
            <a:r>
              <a:rPr lang="ru-RU" b="1" i="1"/>
              <a:t>Санкт-Петербург — Смоленск — Киев — Херсон — Севастополь — Феодосия — Белгород — Москва — Санкт-Петербург</a:t>
            </a:r>
          </a:p>
        </p:txBody>
      </p:sp>
    </p:spTree>
    <p:extLst>
      <p:ext uri="{BB962C8B-B14F-4D97-AF65-F5344CB8AC3E}">
        <p14:creationId xmlns:p14="http://schemas.microsoft.com/office/powerpoint/2010/main" val="9536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F43A-9FF3-FF47-9011-008D5D45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Че было потом?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D4C9F-E9AE-9440-A6F4-FE4956675A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/>
              <a:t>Еще во время подготовки, все начали догадываться что это самую малость опасно и дорого и еще долго🥺🥺🥺… но это все же не какаято то там кто нибудь, а</a:t>
            </a:r>
            <a:r>
              <a:rPr lang="ru-RU" b="1"/>
              <a:t> императрица россиии!!!!!!!!!!!!!!!</a:t>
            </a:r>
            <a:r>
              <a:rPr lang="ru-RU"/>
              <a:t>  И поэтому пришлось выезжать</a:t>
            </a: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4B171C10-DCDC-8C4A-BF1B-C62229B6C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540" y="107969"/>
            <a:ext cx="4631723" cy="309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34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AA996-1D47-F34C-8DAD-EEF631BF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У меня закончились названия заголовков слайда😱😱😭😭😭😭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4B5C3-7082-1C45-AF8B-4C52D3E476B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/>
              <a:t>Сама поездка длилась аж целых пол года и так как это было опасно, в местах прохождения маршрута приказали строить всякие укрепления и разместить в них солдат на случай если турки пойдут пытаться вернуть свои земли обратно </a:t>
            </a:r>
          </a:p>
        </p:txBody>
      </p:sp>
    </p:spTree>
    <p:extLst>
      <p:ext uri="{BB962C8B-B14F-4D97-AF65-F5344CB8AC3E}">
        <p14:creationId xmlns:p14="http://schemas.microsoft.com/office/powerpoint/2010/main" val="28466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A5BAC-F9F6-A14A-BF6B-42F60A63A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Я тут буду вам че нить говорить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CDED4B-D6E4-FA4D-B556-F67A988CD0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/>
              <a:t>К слову, маршрут был длиной в 5657 верст, если говорить нормальным языком плюс минус 6035 километров . Свита екатерины насчитывала около трех тыщ человек и наводила суету на 14 каретах, 124 санЯх с кибитками и 40 запасных саней были у них, а вот сама Екатерина II ехала в карете на 12 персон, запряжённой 40 лошадьми, </a:t>
            </a:r>
          </a:p>
        </p:txBody>
      </p:sp>
    </p:spTree>
    <p:extLst>
      <p:ext uri="{BB962C8B-B14F-4D97-AF65-F5344CB8AC3E}">
        <p14:creationId xmlns:p14="http://schemas.microsoft.com/office/powerpoint/2010/main" val="881346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D267F-F667-F84E-8075-39D4BD0C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Я не успел ничего написать🤬🤬🤬🤬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AA24C5-C3CF-2A4D-A281-3298A3E10A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/>
              <a:t>Я не рассказал довольно много интересных штук, но увы, наше с вами время не безгранично, а я тут не один........ Ну, в общем всем пака маи папищеки🤗🤗🤗🤗🤗🥰🥰🥰🥰🤪🤪😺😺😺</a:t>
            </a:r>
          </a:p>
          <a:p>
            <a:pPr marL="0" indent="0">
              <a:buNone/>
            </a:pPr>
            <a:endParaRPr lang="ru-RU"/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EA83FE73-1BC6-4540-A922-A87874800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34877">
            <a:off x="8975798" y="-266415"/>
            <a:ext cx="2439019" cy="305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3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28860-399A-464E-9A1C-F6741BF3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С днем четверга🥳🥳🥳🥳🥳🥳🤩🤩🤩🥰🥰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BBD489-0C6E-9D43-8937-F2776E59E2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/>
              <a:t>П. С. Тут нет бенджамина франклина потому что я не умею вставлять звуки на телефоне😓😓😓😓😓😓😢😢😢😢😥😥😥😥😢😥😰😨😨😨😨😨😭😭😭😭</a:t>
            </a:r>
          </a:p>
        </p:txBody>
      </p:sp>
    </p:spTree>
    <p:extLst>
      <p:ext uri="{BB962C8B-B14F-4D97-AF65-F5344CB8AC3E}">
        <p14:creationId xmlns:p14="http://schemas.microsoft.com/office/powerpoint/2010/main" val="107728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Главное мероприятие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9</Slides>
  <Notes>1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Главное мероприятие</vt:lpstr>
      <vt:lpstr>Поездка екатерины второй по новоросии и крыму😎 </vt:lpstr>
      <vt:lpstr>Кто такая Екатерина вторая</vt:lpstr>
      <vt:lpstr>Зачем же она туда поехала???? 🧐🧐🧐</vt:lpstr>
      <vt:lpstr>И че как было? </vt:lpstr>
      <vt:lpstr>Че было потом?</vt:lpstr>
      <vt:lpstr>У меня закончились названия заголовков слайда😱😱😭😭😭😭</vt:lpstr>
      <vt:lpstr>Я тут буду вам че нить говорить</vt:lpstr>
      <vt:lpstr>Я не успел ничего написать🤬🤬🤬🤬</vt:lpstr>
      <vt:lpstr>С днем четверга🥳🥳🥳🥳🥳🥳🤩🤩🤩🥰🥰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Поездка екатерины второй по новоросии и крыму😎 </dc:title>
  <dc:creator>Неизвестный пользователь</dc:creator>
  <cp:lastModifiedBy>panzerkampfagen4ausfurngd@gmail.com</cp:lastModifiedBy>
  <cp:revision>7</cp:revision>
  <dcterms:created xsi:type="dcterms:W3CDTF">2022-04-06T15:33:14Z</dcterms:created>
  <dcterms:modified xsi:type="dcterms:W3CDTF">2022-04-06T17:38:57Z</dcterms:modified>
</cp:coreProperties>
</file>